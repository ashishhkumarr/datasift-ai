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48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DATASIFT AI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that turns government data sites into queryable intelligence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Himanshi Singh Tomar  ·  Ashish Kumar  ·  May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449884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0" y="4498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a16z SPEEDRUN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exists.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use it.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runs annual youth health surveys — substance use, mental health, violence. The data is public, collected by agencies with real budgets.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lives on broken portals, inaccessible PDFs, and JavaScript charts with no export. Researchers. Counselors. Health directors. Grant writers. They all hit the same wall.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594360"/>
            <a:ext cx="2651760" cy="1188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66751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0" y="1252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health depts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51760" cy="1188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0848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670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districts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429000"/>
            <a:ext cx="2651760" cy="1188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35021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4087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States. 50 different formats.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find this in a market report.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it while doing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25880" y="1965960"/>
            <a:ext cx="640080" cy="640080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057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9768" y="26974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09067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Himanshi spent months as a Research Assistant at the UW Legal Judgments Lab — pulling public health data from government portals weekly. Hours of retrieval for minutes of analysis. Every colleague had the same frustration and just accepted 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87452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60520" y="1965960"/>
            <a:ext cx="640080" cy="640080"/>
          </a:xfrm>
          <a:prstGeom prst="lin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057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26974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91840" y="309067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sent Ashish a link. He looked at it, built a scraper, pulled 20 years of Wyoming youth health data, and rebuilt their entire chart interface — all 7 data series, fully interactive. Time taken: one day.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89320" y="187452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995160" y="1965960"/>
            <a:ext cx="640080" cy="640080"/>
          </a:xfrm>
          <a:prstGeom prst="lin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057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99048" y="26974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Realization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26480" y="309067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Wyoming PNA site had this problem, every government data site in America has this problem. The fix took a day. Scaling it across all 50 states is the company.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Any government site. Real-time intelligence.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51560" y="1508760"/>
            <a:ext cx="594360" cy="594360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417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Extract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8800" y="17830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 at any government data site. It navigates the page structure, identifies the data, and extracts it — HTML tables, dynamic JS charts, PDFs, anything.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44168" y="210312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25603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1051560" y="2697480"/>
            <a:ext cx="594360" cy="594360"/>
          </a:xfrm>
          <a:prstGeom prst="lin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889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2606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Unify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828800" y="2971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50 states in 50 formats is cleaned and standardized into one schema. For the first time, a Wyoming counselor can compare rates to a similar county in Ohio.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344168" y="329184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65760" y="37490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1051560" y="3886200"/>
            <a:ext cx="594360" cy="594360"/>
          </a:xfrm>
          <a:prstGeom prst="lin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9776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Act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828800" y="41605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questions: "Which counties have rising vaping rates post-2020?" The platform surfaces answers, generates insight reports, and exports grant-ready visualizations.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built in one day.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931920" cy="3291840"/>
          </a:xfrm>
          <a:prstGeom prst="rect">
            <a:avLst/>
          </a:prstGeom>
          <a:solidFill>
            <a:srgbClr val="1A2F45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solidFill>
            <a:srgbClr val="243850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Prevention Needs Assessment Survey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66160" cy="274320"/>
          </a:xfrm>
          <a:prstGeom prst="rect">
            <a:avLst/>
          </a:prstGeom>
          <a:solidFill>
            <a:srgbClr val="1D3347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3566160" cy="274320"/>
          </a:xfrm>
          <a:prstGeom prst="rect">
            <a:avLst/>
          </a:prstGeom>
          <a:solidFill>
            <a:srgbClr val="1D3347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3566160" cy="274320"/>
          </a:xfrm>
          <a:prstGeom prst="rect">
            <a:avLst/>
          </a:prstGeom>
          <a:solidFill>
            <a:srgbClr val="1D3347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3566160" cy="274320"/>
          </a:xfrm>
          <a:prstGeom prst="rect">
            <a:avLst/>
          </a:prstGeom>
          <a:solidFill>
            <a:srgbClr val="1D3347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3566160" cy="274320"/>
          </a:xfrm>
          <a:prstGeom prst="rect">
            <a:avLst/>
          </a:prstGeom>
          <a:solidFill>
            <a:srgbClr val="1D3347"/>
          </a:solidFill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5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loading...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926080"/>
            <a:ext cx="54864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258067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74920" y="1280160"/>
            <a:ext cx="370332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1325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1691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Datasift AI Interface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0" y="3566160"/>
            <a:ext cx="310896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96712" y="3346704"/>
            <a:ext cx="310896" cy="877824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35624" y="3668573"/>
            <a:ext cx="310896" cy="555955"/>
          </a:xfrm>
          <a:prstGeom prst="rect">
            <a:avLst/>
          </a:prstGeom>
          <a:solidFill>
            <a:srgbClr val="0E7C7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74536" y="3171139"/>
            <a:ext cx="310896" cy="1053389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13448" y="3419856"/>
            <a:ext cx="310896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52360" y="3054096"/>
            <a:ext cx="310896" cy="1170432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91272" y="3273552"/>
            <a:ext cx="310896" cy="950976"/>
          </a:xfrm>
          <a:prstGeom prst="rect">
            <a:avLst/>
          </a:prstGeom>
          <a:solidFill>
            <a:srgbClr val="0E7C7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93792" y="4224528"/>
            <a:ext cx="3337560" cy="0"/>
          </a:xfrm>
          <a:prstGeom prst="line">
            <a:avLst/>
          </a:prstGeom>
          <a:noFill/>
          <a:ln w="12700">
            <a:solidFill>
              <a:srgbClr val="2A4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632704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Marijuana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071616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Vaping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510528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949440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388352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7827264" y="4279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Tobacco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65760" y="4681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yrs data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68880" y="4681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4681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states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4681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 day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fast. Proving it scales.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47472" cy="347472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5216" y="1627632"/>
            <a:ext cx="0" cy="4754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1790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PNA site scraped. 20 years of youth health data. Rebuilt chart interface. All 7 series.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176272"/>
            <a:ext cx="347472" cy="347472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5216" y="2523744"/>
            <a:ext cx="0" cy="4754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139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1401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agent across 10 additional state health survey sites to prove generalizability.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72384"/>
            <a:ext cx="347472" cy="347472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3101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 customer conversations identified: county health departments in WY, CO, TX + 2 nonprofits.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technical loop works: find any government data site → extract programmatically → present it better than the original.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 segments.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infrastructure layer.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651760" cy="10972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&amp; Education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 TAM (US)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 school districts · 3,000+ county health depts. Annual budgets for data tools. These are our first buyers.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78308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783080"/>
            <a:ext cx="265176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Policy Research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 universities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99923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labs, think tanks, policy institutes. Higher velocity than government. Nobody is explicitly targeting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78308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783080"/>
            <a:ext cx="265176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Multi-billion $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99923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government agency — criminal justice, housing, environment, labor — has the same problem. Public health is the wedge.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with a clear path to enterprise.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28016" cy="10515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counselors · Nonprofits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4447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jurisdiction · Basic charts · CSV export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128016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560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2944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health departments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 / 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Multi-county · Trend analysis · Grant-ready exports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128016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41330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agencies · Research labs · Think tanks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pilot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20440" y="41605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 · API access · White-label · Priority support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overlap.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69080" cy="3520440"/>
          </a:xfrm>
          <a:prstGeom prst="rect">
            <a:avLst/>
          </a:prstGeom>
          <a:solidFill>
            <a:srgbClr val="0F2840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69080" cy="914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Himanshi Singh Tomar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Product, Research &amp; GTM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Undergraduate Research Assistant, UW Legal Judgments Lab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Trained data analyst: R, Qualtrics, NVivo, survey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Co-author presenting at American Psychology-Law Society,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Psi Chi · Dean's List · Merit scholarships (UW + ASU)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Deferred a full-time data analyst job offer to build this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4069080" cy="3520440"/>
          </a:xfrm>
          <a:prstGeom prst="rect">
            <a:avLst/>
          </a:prstGeom>
          <a:solidFill>
            <a:srgbClr val="0C2535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406908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4447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Engineering &amp; 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CS student, Arizona State University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688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SWE at Digital Convergence Technologies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SWE Intern at Advanced Heart &amp; Vascular Specialists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Built backend systems, secure APIs, data infrastructure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Extracted 20 yrs of WY health data in &lt; 48 hours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met in a WhatsApp group chat for incoming ASU students. Neither of us were looking for a co-founder. We found each other as people first."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Speedrun.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64792"/>
            <a:ext cx="502920" cy="502920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20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4650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of intensive support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0939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from proof of concept to first 10 paying customers. Government has slow sales cycles — the tech buildout doesn't have 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679192"/>
            <a:ext cx="502920" cy="502920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78892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66090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buyers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43000" y="30083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departments and school districts in a16z's network. The operator network matters more to us than capital alone.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593592"/>
            <a:ext cx="502920" cy="502920"/>
          </a:xfrm>
          <a:prstGeom prst="lin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0332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57530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closing first enterprise pilots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43000" y="39227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identified targets in Wyoming, Colorado, and Texas. We need doors opened and deals structured.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datasiftai.ai  ·  himanshitomar@icloud.com  ·  480-640-5631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942</Words>
  <Application>Microsoft Macintosh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Datasift AI — Pitch Deck</dc:title>
  <dc:subject>PptxGenJS Presentation</dc:subject>
  <dc:creator>PptxGenJS</dc:creator>
  <cp:lastModifiedBy>Himanshi Tomar</cp:lastModifiedBy>
  <cp:revision>2</cp:revision>
  <dcterms:created xsi:type="dcterms:W3CDTF">2026-05-18T06:09:36Z</dcterms:created>
  <dcterms:modified xsi:type="dcterms:W3CDTF">2026-05-18T06:31:23Z</dcterms:modified>
</cp:coreProperties>
</file>